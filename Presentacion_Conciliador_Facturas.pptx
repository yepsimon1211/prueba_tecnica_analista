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Facturas por categoría (total: 50)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Facturas</c:v>
                </c:pt>
              </c:strCache>
            </c:strRef>
          </c:tx>
          <c:spPr>
            <a:solidFill>
              <a:srgbClr val="1FA463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B556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A46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DB91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3DA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Correctas</c:v>
                  </c:pt>
                  <c:pt idx="1">
                    <c:v>Con inconsistencia</c:v>
                  </c:pt>
                  <c:pt idx="2">
                    <c:v>Duplicadas</c:v>
                  </c:pt>
                  <c:pt idx="3">
                    <c:v>Sin contabilizar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18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B556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Conciliador de Facturas y Retenciones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para automatizar la conciliación entre facturas y contabilidad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de Evolución Contable y Tributaria  |  Prueba técnica — Analista III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A5"/>
                </a:solidFill>
              </a:rPr>
              <a:t>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09728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■"/>
            </a:pPr>
            <a:r>
              <a:rPr lang="en-US" sz="1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cruce entre facturas de proveedores y registros contables se hace hoy de forma manual.</a:t>
            </a:r>
            <a:endParaRPr lang="en-US" sz="1900" dirty="0"/>
          </a:p>
          <a:p>
            <a:pPr marL="342900" indent="-342900">
              <a:spcAft>
                <a:spcPts val="1800"/>
              </a:spcAft>
              <a:buSzPct val="100000"/>
              <a:buChar char="■"/>
            </a:pPr>
            <a:r>
              <a:rPr lang="en-US" sz="1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consume tiempo del equipo y es propenso a errores humanos.</a:t>
            </a:r>
            <a:endParaRPr lang="en-US" sz="1900" dirty="0"/>
          </a:p>
          <a:p>
            <a:pPr marL="342900" indent="-342900">
              <a:spcAft>
                <a:spcPts val="1800"/>
              </a:spcAft>
              <a:buSzPct val="100000"/>
              <a:buChar char="■"/>
            </a:pPr>
            <a:r>
              <a:rPr lang="en-US" sz="1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difícil dar trazabilidad clara de por qué una factura queda pendiente o con diferencias.</a:t>
            </a:r>
            <a:endParaRPr lang="en-US" sz="1900" dirty="0"/>
          </a:p>
          <a:p>
            <a:pPr marL="342900" indent="-342900">
              <a:spcAft>
                <a:spcPts val="1800"/>
              </a:spcAft>
              <a:buSzPct val="100000"/>
              <a:buChar char="■"/>
            </a:pPr>
            <a:r>
              <a:rPr lang="en-US" sz="1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reprocesos generan retrasos adicionales en el cierre contable y tributario.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DA5"/>
                </a:solidFill>
              </a:rPr>
              <a:t>La solución propuesta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1FA46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2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4813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A5"/>
                </a:solidFill>
              </a:rPr>
              <a:t>Cargar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57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El usuario sube el archivo de facturas y el de contabilidad desde una pantalla simple.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23444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2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463040"/>
            <a:ext cx="502920" cy="502920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14813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A5"/>
                </a:solidFill>
              </a:rPr>
              <a:t>Procesar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057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El sistema aplica las reglas de negocio: cálculo de IVA, total, duplicados y facturas sin contabilizar.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123444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2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463040"/>
            <a:ext cx="502920" cy="502920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532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14813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A5"/>
                </a:solidFill>
              </a:rPr>
              <a:t>Revisar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057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Se muestra un resumen y un detalle filtrable por estado: Correcta o Con inconsistencia.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520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5563"/>
                </a:solidFill>
              </a:rPr>
              <a:t>Backend: Python (FastAPI)   ·   Frontend: Angular   ·   Comunicación vía API REST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A5"/>
                </a:solidFill>
              </a:rPr>
              <a:t>La aplicación en funcionamiento</a:t>
            </a:r>
            <a:endParaRPr lang="en-US" sz="1500" dirty="0"/>
          </a:p>
        </p:txBody>
      </p:sp>
      <p:pic>
        <p:nvPicPr>
          <p:cNvPr id="22" name="Image 0" descr="/home/claude/proyecto/captura_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97680"/>
            <a:ext cx="11064240" cy="233172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48640" y="4297680"/>
            <a:ext cx="11064240" cy="2331720"/>
          </a:xfrm>
          <a:prstGeom prst="rect">
            <a:avLst/>
          </a:prstGeom>
          <a:ln w="12700">
            <a:solidFill>
              <a:srgbClr val="D0D5D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DA5"/>
                </a:solidFill>
              </a:rPr>
              <a:t>Resultados con los datos de prueba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003DA5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548640" y="123444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0" y="1234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A5"/>
                </a:solidFill>
              </a:rPr>
              <a:t>Principales causas de inconsistencia detectadas: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73736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350" dirty="0">
                <a:solidFill>
                  <a:srgbClr val="4B5563"/>
                </a:solidFill>
              </a:rPr>
              <a:t>Diferencias entre el IVA/total calculado y el reportado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350" dirty="0">
                <a:solidFill>
                  <a:srgbClr val="4B5563"/>
                </a:solidFill>
              </a:rPr>
              <a:t>Facturas duplicadas en el archivo de origen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350" dirty="0">
                <a:solidFill>
                  <a:srgbClr val="4B5563"/>
                </a:solidFill>
              </a:rPr>
              <a:t>Facturas sin registro contable o con estado "Pendiente"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350" dirty="0">
                <a:solidFill>
                  <a:srgbClr val="4B5563"/>
                </a:solidFill>
              </a:rPr>
              <a:t>Campos obligatorios vacíos (NIT, fecha, concepto)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0" y="39319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2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406908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3DA5"/>
                </a:solidFill>
              </a:rPr>
              <a:t>50 facturas procesadas en segundos, con causa explícita por cada inconsistencia — frente a un cruce manual hoy.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Beneficios y próximos pasos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097280" cy="4572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B913"/>
                </a:solidFill>
              </a:rPr>
              <a:t>Beneficios esperados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Reduce el tiempo de conciliación manual entre facturas y contabilidad.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Da trazabilidad clara de por qué una factura queda con inconsistencia.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Disminuye el riesgo de reprocesos en el cierre contable y tributario.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B913"/>
                </a:solidFill>
              </a:rPr>
              <a:t>Próximos pasos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164592" cy="164592"/>
          </a:xfrm>
          <a:prstGeom prst="ellipse">
            <a:avLst/>
          </a:prstGeom>
          <a:solidFill>
            <a:srgbClr val="FDB91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874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B913"/>
                </a:solidFill>
              </a:rPr>
              <a:t>Corto plazo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1945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Exportar el detalle de inconsistencias a Excel para gestión del equipo.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880360"/>
            <a:ext cx="164592" cy="164592"/>
          </a:xfrm>
          <a:prstGeom prst="ellipse">
            <a:avLst/>
          </a:prstGeom>
          <a:solidFill>
            <a:srgbClr val="FDB91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788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B913"/>
                </a:solidFill>
              </a:rPr>
              <a:t>Mediano plazo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108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Conectar el prototipo a las fuentes de datos reales del área.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794760"/>
            <a:ext cx="164592" cy="164592"/>
          </a:xfrm>
          <a:prstGeom prst="ellipse">
            <a:avLst/>
          </a:prstGeom>
          <a:solidFill>
            <a:srgbClr val="FDB91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3703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B913"/>
                </a:solidFill>
              </a:rPr>
              <a:t>Antes de producción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023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Agregar pruebas automatizadas y control de usuarios.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Gracias — quedo atento a sus preguntas.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2026-10-02T01:13:49Z</dcterms:created>
  <dcterms:modified xsi:type="dcterms:W3CDTF">2026-10-02T01:13:49Z</dcterms:modified>
</cp:coreProperties>
</file>